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ECC0"/>
    <a:srgbClr val="82CF5E"/>
    <a:srgbClr val="3C7422"/>
    <a:srgbClr val="FFB1C1"/>
    <a:srgbClr val="FF3A65"/>
    <a:srgbClr val="9C0022"/>
    <a:srgbClr val="178236"/>
    <a:srgbClr val="1E2C2A"/>
    <a:srgbClr val="3AB393"/>
    <a:srgbClr val="F9D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51"/>
    <p:restoredTop sz="94719"/>
  </p:normalViewPr>
  <p:slideViewPr>
    <p:cSldViewPr snapToGrid="0">
      <p:cViewPr varScale="1">
        <p:scale>
          <a:sx n="132" d="100"/>
          <a:sy n="132" d="100"/>
        </p:scale>
        <p:origin x="200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1B3A2-6A9F-40BD-EE1D-A658E158C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F4628-1F4E-9E56-D957-58FB5BA2E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89A95-8EA5-C019-5326-869F2DE23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BF0644-81A8-5705-514C-AEF925E66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F7E850-08B9-EA50-09B2-207F849C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4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BD87A-7DF9-863C-C898-23E08069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DEA76-5FBF-6FA2-432A-E94920B5C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18EC3E-D7E2-BDFC-5DEA-A040624E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DEE4B-672C-CF47-786D-802D59C3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EEBB5-F4F6-489E-00E5-5C291030E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56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49CF-3110-4B3F-22CD-D32E09F09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91336-42A4-E17D-6659-0D7DEC2C8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226A-EC0D-3370-D3AA-4E26B046F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1635F-9A12-E518-4E31-952E7BFA4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5CAAB-6F1E-E3D4-CDE8-6219349F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15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2BAB-901A-C8F3-C8C9-B95188913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3AC90-BD4A-D1E7-B4DD-D734CAE79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3C3640-FF75-5F61-445D-28A71019CA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AD6F-2691-3E8E-AD86-89D775C3B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7F2184-13B3-5D1B-24AD-74D93487C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8BF8F-5252-841C-5627-A9A5D60D5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47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24AF-3AAC-40D6-B1B6-4E423EA4C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21D720-9C88-9943-6BA3-2C685F56B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0CCD32-E2F4-A704-C40F-987965763D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DE25D-3892-A276-A874-D6E8B6FF79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A1AA5D-E20B-6D6E-ED37-B5AD7D39EE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F8BE11-36B5-35BF-7C31-190281F26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64FD5C-C3DA-C339-5957-67BDB5ABB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208469-ACB6-3932-B03A-1F866FCE6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472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89B3D-57F1-2520-D4DD-09523F25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BABA66-A3EC-BC5C-973B-7B78A93D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30B1BD-E572-B518-3424-5965BFAA7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BAB7FA-6D0E-FD39-938C-EE2ACBDA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858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7A6EF-9852-CDEC-FE47-DC06B52D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CA994E-A0B3-0B97-6265-BF1986695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70F09-3258-3F43-2C63-176C8A984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1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8486-A704-E55D-A1EE-96258F4D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C71ED-C258-FC52-6D60-0CAC97F0B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8ABBF-A171-AED7-23CE-B3BC772F1C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B5543-E74A-3D29-10D2-8037B7AFF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0853D-41E5-713D-DB6E-2BF51F67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519C02-6FD8-260B-A181-E63784DD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14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12F86-A83E-20A4-BEA3-09618E0A5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A5B843-9BE2-6149-3B8E-7EE4727BBE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D170F-9D2E-4C15-3F2C-7029197DA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1F2D68-8F43-3111-D085-4F0BD6FCA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06A5C-8F35-D006-7725-2D361E994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2858A9-D40E-E8A7-A7C5-70724641F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57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15D54-9B8C-F73A-22D8-AE617262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CA547-742F-F063-A78F-18733C1687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51816-059E-C8DB-6C25-310E3108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AF3E7-4C1B-0CAB-0416-63A774EA7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BD30D-7CF0-0051-4B40-905CFA36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80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5B3FD9-23C8-367E-5AD5-0608AE14F3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480BB-CA13-0C57-5AB7-AF69A31BA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0BCBDA-736E-8551-F132-D9D6E66A4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99B7C-464E-3BAC-AC7B-7B78D223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D54E4E-2674-2939-E9DC-EF51D50B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91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6CB391-E9BE-DF3C-3A20-154F6BBC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277A04-82DC-DCF6-9CB4-4A80FEE76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2258-340C-D509-9A87-C9D637A44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1F8FE-EA53-7A42-9488-0A901E7E0067}" type="datetimeFigureOut">
              <a:rPr lang="en-US" smtClean="0"/>
              <a:t>10/18/24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53614-04B3-FCB6-DE0A-2E59A818E0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CC47D-3EA8-B70C-66E6-2A8A18115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BFF805-3599-1044-8109-1C87B5ED540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0BFE5-E0CE-24E4-C143-2744CF41C23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85550" y="6672580"/>
            <a:ext cx="765175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Cisco Confidential</a:t>
            </a:r>
          </a:p>
        </p:txBody>
      </p:sp>
    </p:spTree>
    <p:extLst>
      <p:ext uri="{BB962C8B-B14F-4D97-AF65-F5344CB8AC3E}">
        <p14:creationId xmlns:p14="http://schemas.microsoft.com/office/powerpoint/2010/main" val="247379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F953D5B-87D8-1BA9-EEAE-27776C5C6DE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7000">
                <a:srgbClr val="FF3A65"/>
              </a:gs>
              <a:gs pos="0">
                <a:srgbClr val="FFB1C1"/>
              </a:gs>
              <a:gs pos="100000">
                <a:srgbClr val="9C0022"/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DDDE9F-76B7-1803-8B48-3D0850D808E0}"/>
              </a:ext>
            </a:extLst>
          </p:cNvPr>
          <p:cNvGrpSpPr/>
          <p:nvPr/>
        </p:nvGrpSpPr>
        <p:grpSpPr>
          <a:xfrm>
            <a:off x="510140" y="1106904"/>
            <a:ext cx="1982804" cy="2353088"/>
            <a:chOff x="471638" y="2175309"/>
            <a:chExt cx="1597793" cy="189617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CE6CB65-C260-6CE1-F799-34B8A1B26DB4}"/>
                </a:ext>
              </a:extLst>
            </p:cNvPr>
            <p:cNvSpPr/>
            <p:nvPr/>
          </p:nvSpPr>
          <p:spPr>
            <a:xfrm>
              <a:off x="471639" y="2488130"/>
              <a:ext cx="1583356" cy="1583356"/>
            </a:xfrm>
            <a:prstGeom prst="rect">
              <a:avLst/>
            </a:prstGeom>
            <a:solidFill>
              <a:srgbClr val="1F2127"/>
            </a:solidFill>
            <a:ln>
              <a:solidFill>
                <a:srgbClr val="223C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 descr="A qr code with a blue and green logo&#10;&#10;Description automatically generated">
              <a:extLst>
                <a:ext uri="{FF2B5EF4-FFF2-40B4-BE49-F238E27FC236}">
                  <a16:creationId xmlns:a16="http://schemas.microsoft.com/office/drawing/2014/main" id="{0DD555D4-7888-5116-DF79-B721D82885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9493" y="2659246"/>
              <a:ext cx="1270000" cy="1270000"/>
            </a:xfrm>
            <a:prstGeom prst="roundRect">
              <a:avLst>
                <a:gd name="adj" fmla="val 6814"/>
              </a:avLst>
            </a:prstGeom>
          </p:spPr>
        </p:pic>
        <p:sp>
          <p:nvSpPr>
            <p:cNvPr id="10" name="Round Same Side Corner Rectangle 9">
              <a:extLst>
                <a:ext uri="{FF2B5EF4-FFF2-40B4-BE49-F238E27FC236}">
                  <a16:creationId xmlns:a16="http://schemas.microsoft.com/office/drawing/2014/main" id="{608CF859-FE83-FC11-9894-CE18F8BCC7F7}"/>
                </a:ext>
              </a:extLst>
            </p:cNvPr>
            <p:cNvSpPr/>
            <p:nvPr/>
          </p:nvSpPr>
          <p:spPr>
            <a:xfrm>
              <a:off x="471638" y="2175309"/>
              <a:ext cx="1583355" cy="332071"/>
            </a:xfrm>
            <a:prstGeom prst="round2SameRect">
              <a:avLst/>
            </a:prstGeom>
            <a:solidFill>
              <a:srgbClr val="1F253E"/>
            </a:solidFill>
            <a:ln>
              <a:solidFill>
                <a:srgbClr val="223C8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700" b="1" dirty="0">
                  <a:solidFill>
                    <a:schemeClr val="bg1"/>
                  </a:solidFill>
                </a:rPr>
                <a:t>Lab 1451 Guide</a:t>
              </a:r>
            </a:p>
          </p:txBody>
        </p:sp>
        <p:pic>
          <p:nvPicPr>
            <p:cNvPr id="12" name="Picture 11" descr="A yellow beaker with a black background&#10;&#10;Description automatically generated">
              <a:extLst>
                <a:ext uri="{FF2B5EF4-FFF2-40B4-BE49-F238E27FC236}">
                  <a16:creationId xmlns:a16="http://schemas.microsoft.com/office/drawing/2014/main" id="{9CCEFAE9-992B-FCFE-AD61-E6D8E55CE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0198" y="2208620"/>
              <a:ext cx="279233" cy="269886"/>
            </a:xfrm>
            <a:prstGeom prst="rect">
              <a:avLst/>
            </a:prstGeom>
          </p:spPr>
        </p:pic>
      </p:grpSp>
      <p:pic>
        <p:nvPicPr>
          <p:cNvPr id="19" name="Graphic 18">
            <a:extLst>
              <a:ext uri="{FF2B5EF4-FFF2-40B4-BE49-F238E27FC236}">
                <a16:creationId xmlns:a16="http://schemas.microsoft.com/office/drawing/2014/main" id="{D7864257-DD10-39F2-E934-F8BBFDA173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8897" y="301991"/>
            <a:ext cx="5920606" cy="8325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4201154-F3E7-1940-DEA2-C566372E8E2C}"/>
              </a:ext>
            </a:extLst>
          </p:cNvPr>
          <p:cNvSpPr txBox="1"/>
          <p:nvPr/>
        </p:nvSpPr>
        <p:spPr>
          <a:xfrm>
            <a:off x="712873" y="6292093"/>
            <a:ext cx="10897402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LAB-1451 Device </a:t>
            </a:r>
            <a:r>
              <a:rPr lang="en-US" sz="2800" dirty="0" err="1">
                <a:solidFill>
                  <a:schemeClr val="bg1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xAPI</a:t>
            </a:r>
            <a:r>
              <a:rPr lang="en-US" sz="2800" dirty="0">
                <a:solidFill>
                  <a:schemeClr val="bg1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, Room Customization and Deployment</a:t>
            </a:r>
          </a:p>
          <a:p>
            <a:pPr algn="ctr"/>
            <a:endParaRPr lang="en-US" sz="2800" dirty="0">
              <a:solidFill>
                <a:schemeClr val="bg1"/>
              </a:solidFill>
              <a:latin typeface="CiscoSansTT" panose="020B0503020201020303" pitchFamily="34" charset="0"/>
              <a:cs typeface="CiscoSansTT" panose="020B0503020201020303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DA5217-5DFC-B60D-E17A-42EED1F93309}"/>
              </a:ext>
            </a:extLst>
          </p:cNvPr>
          <p:cNvGrpSpPr/>
          <p:nvPr/>
        </p:nvGrpSpPr>
        <p:grpSpPr>
          <a:xfrm>
            <a:off x="510140" y="3648453"/>
            <a:ext cx="1964889" cy="2353088"/>
            <a:chOff x="471638" y="2175309"/>
            <a:chExt cx="1583357" cy="189617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9A87045-9025-C1D0-7F05-C9DFD04479E5}"/>
                </a:ext>
              </a:extLst>
            </p:cNvPr>
            <p:cNvSpPr/>
            <p:nvPr/>
          </p:nvSpPr>
          <p:spPr>
            <a:xfrm>
              <a:off x="471639" y="2488130"/>
              <a:ext cx="1583356" cy="1583356"/>
            </a:xfrm>
            <a:prstGeom prst="rect">
              <a:avLst/>
            </a:prstGeom>
            <a:solidFill>
              <a:srgbClr val="1F2127"/>
            </a:solidFill>
            <a:ln>
              <a:solidFill>
                <a:srgbClr val="1782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05D48C3-192F-9B63-E7FD-BF94612F92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/>
            <a:stretch/>
          </p:blipFill>
          <p:spPr>
            <a:xfrm>
              <a:off x="619493" y="2659246"/>
              <a:ext cx="1270000" cy="1270000"/>
            </a:xfrm>
            <a:prstGeom prst="roundRect">
              <a:avLst>
                <a:gd name="adj" fmla="val 6814"/>
              </a:avLst>
            </a:prstGeom>
          </p:spPr>
        </p:pic>
        <p:sp>
          <p:nvSpPr>
            <p:cNvPr id="24" name="Round Same Side Corner Rectangle 23">
              <a:extLst>
                <a:ext uri="{FF2B5EF4-FFF2-40B4-BE49-F238E27FC236}">
                  <a16:creationId xmlns:a16="http://schemas.microsoft.com/office/drawing/2014/main" id="{0BA7ED8D-0398-1212-9177-EE7B457D73B1}"/>
                </a:ext>
              </a:extLst>
            </p:cNvPr>
            <p:cNvSpPr/>
            <p:nvPr/>
          </p:nvSpPr>
          <p:spPr>
            <a:xfrm>
              <a:off x="471638" y="2175309"/>
              <a:ext cx="1583355" cy="332071"/>
            </a:xfrm>
            <a:prstGeom prst="round2SameRect">
              <a:avLst/>
            </a:prstGeom>
            <a:solidFill>
              <a:srgbClr val="1E2C2A"/>
            </a:solidFill>
            <a:ln>
              <a:solidFill>
                <a:srgbClr val="17823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700" b="1" dirty="0">
                  <a:solidFill>
                    <a:schemeClr val="bg1"/>
                  </a:solidFill>
                </a:rPr>
                <a:t>Q&amp;A and Survey</a:t>
              </a:r>
            </a:p>
          </p:txBody>
        </p:sp>
      </p:grpSp>
      <p:pic>
        <p:nvPicPr>
          <p:cNvPr id="29" name="Picture 28" descr="A green hand with black background&#10;&#10;Description automatically generated">
            <a:extLst>
              <a:ext uri="{FF2B5EF4-FFF2-40B4-BE49-F238E27FC236}">
                <a16:creationId xmlns:a16="http://schemas.microsoft.com/office/drawing/2014/main" id="{A957FB27-69AD-5E78-7DAE-32FD584F3F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46426" y="3695186"/>
            <a:ext cx="367402" cy="35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99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CiscoSansTT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Bobby McGonigle (bomcgoni)</dc:creator>
  <cp:lastModifiedBy>Bobby McGonigle (bomcgoni)</cp:lastModifiedBy>
  <cp:revision>1</cp:revision>
  <dcterms:created xsi:type="dcterms:W3CDTF">2024-10-18T16:35:09Z</dcterms:created>
  <dcterms:modified xsi:type="dcterms:W3CDTF">2024-10-18T20:43:43Z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2024-10-18T20:43:43Z</vt:lpwstr>
  </property>
  <property fmtid="{D5CDD505-2E9C-101B-9397-08002B2CF9AE}" pid="4" name="MSIP_Label_c8f49a32-fde3-48a5-9266-b5b0972a22dc_Method">
    <vt:lpwstr>Standard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136f0b66-324f-44b7-9fa5-126aecd676c6</vt:lpwstr>
  </property>
  <property fmtid="{D5CDD505-2E9C-101B-9397-08002B2CF9AE}" pid="8" name="MSIP_Label_c8f49a32-fde3-48a5-9266-b5b0972a22dc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Cisco Confidential</vt:lpwstr>
  </property>
</Properties>
</file>